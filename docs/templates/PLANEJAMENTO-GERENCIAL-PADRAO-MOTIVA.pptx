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Cores institucionais da Motiva: lacuna confirmada em duas varreduras do SharePoint (ver docs/PADRAO-OUTPUT-MOTIVA.md, secao 5). Este template usa grayscale neutro padrao Manta ate a confirmacao oficial da marca pelo cliente. Substituir INK/SLATE no gerador por hex de marca assim que confirmado.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74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L A N E J A M E N T O   G E R E N C I A L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9572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padrão Manta para output Motiva (ex-CCR Rodovias)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46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3566160"/>
            <a:ext cx="2468880" cy="0"/>
          </a:xfrm>
          <a:prstGeom prst="line">
            <a:avLst/>
          </a:prstGeom>
          <a:noFill/>
          <a:ln w="9525">
            <a:solidFill>
              <a:srgbClr val="4B556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6393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 Infraestrutura de Mobilidade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337560" y="3246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ELABORAÇÃO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37560" y="3566160"/>
            <a:ext cx="2468880" cy="0"/>
          </a:xfrm>
          <a:prstGeom prst="line">
            <a:avLst/>
          </a:prstGeom>
          <a:noFill/>
          <a:ln w="9525">
            <a:solidFill>
              <a:srgbClr val="4B556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37560" y="36393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Manta Associados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3246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126480" y="3566160"/>
            <a:ext cx="2468880" cy="0"/>
          </a:xfrm>
          <a:prstGeom prst="line">
            <a:avLst/>
          </a:prstGeom>
          <a:noFill/>
          <a:ln w="9525">
            <a:solidFill>
              <a:srgbClr val="4B556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36393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— preencher por projeto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BR-000/UF · Trecho km 000–000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Sumário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CA3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109728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768096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459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CA3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6459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Frentes de trabalho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768096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1945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CA3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19456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tempo-caminho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768096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7432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CA3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74320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fatores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291840"/>
            <a:ext cx="768096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2918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CA3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2918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840480"/>
            <a:ext cx="768096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395020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EAP não vira slide isolado — seus quantitativos alimentam as seções acima (ex.: 02); o detalhamento hierárquico vive na planilha EAP-PADRAO-MOTIVA.xlsx.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7200" y="48280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BR-000/UF · Trecho km 000–000 · MOTIVA · </a:t>
            </a:r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Sumário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0" y="48280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· Frentes de trabalho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card por frente — preencher com dados reais do projeto.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496312" cy="2011680"/>
          </a:xfrm>
          <a:prstGeom prst="roundRect">
            <a:avLst>
              <a:gd name="adj" fmla="val 2727"/>
            </a:avLst>
          </a:prstGeom>
          <a:solidFill>
            <a:srgbClr val="F3F4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13232" y="1572768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Frente 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1938528"/>
            <a:ext cx="2167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Terraplenagem — km 000 a km 000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13232" y="2880360"/>
            <a:ext cx="2167128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2999232"/>
            <a:ext cx="216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 —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27832" y="1417320"/>
            <a:ext cx="2496312" cy="2011680"/>
          </a:xfrm>
          <a:prstGeom prst="roundRect">
            <a:avLst>
              <a:gd name="adj" fmla="val 2727"/>
            </a:avLst>
          </a:prstGeom>
          <a:solidFill>
            <a:srgbClr val="F3F4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392424" y="1572768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Frente 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392424" y="1938528"/>
            <a:ext cx="2167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Pavimentação — km 000 a km 000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92424" y="2880360"/>
            <a:ext cx="2167128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92424" y="2999232"/>
            <a:ext cx="216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 —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07024" y="1417320"/>
            <a:ext cx="2496312" cy="2011680"/>
          </a:xfrm>
          <a:prstGeom prst="roundRect">
            <a:avLst>
              <a:gd name="adj" fmla="val 2727"/>
            </a:avLst>
          </a:prstGeom>
          <a:solidFill>
            <a:srgbClr val="F3F4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071616" y="1572768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Frente 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071616" y="1938528"/>
            <a:ext cx="2167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OAE — ponte km 000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71616" y="2880360"/>
            <a:ext cx="2167128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71616" y="2999232"/>
            <a:ext cx="216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 —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7200" y="48280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BR-000/UF · Trecho km 000–000 · MOTIVA · </a:t>
            </a:r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Frentes de Trabalho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0" y="48280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Manta Associados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Planejamento Gerencial — Template padrão Motiva</dc:title>
  <dc:subject>PptxGenJS Presentation</dc:subject>
  <dc:creator>Manta Associados</dc:creator>
  <cp:lastModifiedBy>Manta Associados</cp:lastModifiedBy>
  <cp:revision>1</cp:revision>
  <dcterms:created xsi:type="dcterms:W3CDTF">2026-08-30T12:42:45Z</dcterms:created>
  <dcterms:modified xsi:type="dcterms:W3CDTF">2026-08-30T12:42:45Z</dcterms:modified>
</cp:coreProperties>
</file>